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0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solidFill>
            <a:srgbClr val="075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57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6400">
                <a:solidFill>
                  <a:srgbClr val="FFFFFF"/>
                </a:solidFill>
                <a:latin typeface="Segoe UI"/>
              </a:defRPr>
            </a:pPr>
            <a:r>
              <a:t>TALKIES</a:t>
            </a:r>
          </a:p>
          <a:p>
            <a:pPr algn="ctr">
              <a:spcBef>
                <a:spcPts val="2000"/>
              </a:spcBef>
              <a:defRPr sz="2400">
                <a:solidFill>
                  <a:srgbClr val="F5F6F8"/>
                </a:solidFill>
                <a:latin typeface="Segoe UI"/>
              </a:defRPr>
            </a:pPr>
            <a:r>
              <a:t>A Full-Stack Real-Time Messaging &amp; Calling Platform</a:t>
            </a:r>
          </a:p>
          <a:p>
            <a:pPr algn="ctr">
              <a:spcBef>
                <a:spcPts val="4000"/>
              </a:spcBef>
              <a:defRPr sz="2000">
                <a:solidFill>
                  <a:srgbClr val="FFFFFF"/>
                </a:solidFill>
                <a:latin typeface="Segoe UI"/>
              </a:defRPr>
            </a:pPr>
            <a:r>
              <a:t>Project Defense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Project Motivation &amp;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5912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Limitations of Commercial Solutions: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Centralized data ownership (privacy concerns on WhatsApp/Telegram metadata).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Severe bloat in consumer chat networks (ads, markets, noise).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No option for enterprise private self-hosting.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Core Project Objectives: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Build a fully self-hosted, secure, and developer-owned chat network.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Implement real-time full-duplex messaging and peer-to-peer WebRTC calling.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Create a modern, animated, and highly responsive user interface.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Technical Stack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65836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Frontend Engineering: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React.js &amp; TailwindCSS for responsive layouts.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Zustand for lightweight client state management.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Framer Motion for premium UI transitions.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Backend &amp; Real-Time signaling: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Node.js &amp; Express.js for REST API routes.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Socket.io for WebSocket bidirectional messaging.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WebRTC for browser-to-browser media streaming.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Database &amp; Media Storage: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MongoDB for structured collections.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Cloudinary for scalable cloud media hosting.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1371600"/>
            <a:ext cx="4416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554480"/>
            <a:ext cx="4050791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Authentication &amp; Onboarding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5912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Secure Sign-in &amp; Authentication Flow: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User verification utilizing suffix checks and email authentication.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Stateless user authentication utilizing JSON Web Tokens (JWT).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JWT tokens secured inside HttpOnly cookies to shield from XSS attacks.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Profile Customization Onboarding: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Interactive profile setup: Username validation, avatar upload, and user bio.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Persistent profile storage in MongoDB with real-time socket updates for active contacts.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Real-Time Messaging &amp; Voice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5912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Asynchronous Messaging Pipe: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Full WebSocket communication layer powered by Socket.io.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Optimistic UI updates: client appends sent messages immediately, eliminating latency lag.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Integrated Voice Notes (Voice Messaging):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Capture audio dynamically from the user's microphone using MediaRecorder API.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Upload captured audio as a WebM file to Cloudinary cloud storage.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Native browser audio rendering inside custom-styled message bubble players.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Peer-to-Peer Video &amp; Voice Calling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65836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High-Performance WebRTC Media Streaming: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Bypasses server bandwidth: video and audio stream directly between browsers.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Server acts only as a WebSocket signaling controller to exchange connection tokens.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Interactive UI Integration: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In-app call manager handles call status: Initiating, Ringing, Connected, and Disconnected.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Dynamic hardware controls: client-side toggle for camera, microphone mute, and hang-up.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Global overlay alert to receive or reject calls from any screen.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1371600"/>
            <a:ext cx="4416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br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554480"/>
            <a:ext cx="4050791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Real-Time Indicators &amp; 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5912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Message Status Ticks: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Single gray tick (Sent to server), double gray tick (Delivered to contact).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Double blue tick (Read by recipient).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Bulk read receipt updates in database and sockets to reduce network chatter.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Typing Indicators: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Typing status triggers socket events to display 'Typing...' under chat contact name.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Deterministic Room IDs (using User IDs) handle typing status for new conversations before database creation.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Social Features &amp; Friend Requests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5912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Friend Onboarding Management: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Split tab panel layout: Search stranger list / View pending friend requests.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Restricts random contacts: users can only chat if they are verified friends or active contacts.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Automated Safety Mechanisms: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Mutual friendship checks and automatic auto-repair loops to ensure database sync.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Prevent self-selection, and block illegal DB states.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Socket triggers alert immediately when a request is sent, accepted, or rejected.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Customization &amp; Support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65836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Personalized Theme Engine: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Toggle between a sleek, battery-saving Dark Mode and clean Light Mode.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Theme configuration is persisted locally using local storage for consistent session state.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Interactive Chat Wallpapers: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Customize background for each conversation using solid color themes or personal images.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Direct Support Channel: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Integrated Help settings card containing a 'Chat with us' support router.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Supports customer queries with a verified green checkmark badge, bypassing friend requests.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1371600"/>
            <a:ext cx="4416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rson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554480"/>
            <a:ext cx="4050791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8069"/>
          </a:solidFill>
          <a:ln>
            <a:solidFill>
              <a:srgbClr val="008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320040"/>
          <a:lstStyle/>
          <a:p>
            <a:pPr algn="l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Status Stories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5912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Ephemeral Story Sharing (WhatsApp Style):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Upload image/video updates visible to friends for exactly 24 hours.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Dynamic story slider with automatic progress bar transitions.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Conclusion and Achievements: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Delivered a complete, secure, and production-grade MERN messaging system.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Mastered real-time WebSocket state management, WebRTC signaling, and cookie auth.</a:t>
            </a:r>
          </a:p>
          <a:p>
            <a:pPr>
              <a:spcAft>
                <a:spcPts val="1400"/>
              </a:spcAft>
              <a:defRPr sz="1800">
                <a:solidFill>
                  <a:srgbClr val="2C3E50"/>
                </a:solidFill>
                <a:latin typeface="Segoe UI"/>
              </a:defRPr>
            </a:pPr>
            <a:r>
              <a:t>Future Scope: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Implementing End-to-End Encryption (E2EE) using Web Crypto API.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  <a:latin typeface="Segoe UI"/>
              </a:defRPr>
            </a:pPr>
            <a:r>
              <a:t>Developing group chat channels and collaborative document sharing.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